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5B4B-7F77-976E-7989-A1C8ED031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F53C1-5161-3134-7288-05DDF3090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48840-EAFB-4ABC-9CA7-6E3308D2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F04A2-5DC9-D61C-7063-DFE64EFD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1B43E-9604-7B21-2C07-C146EEEF2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3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953D-0B26-50B1-7576-C964E280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9BFE0-8F95-05D8-8DBA-848C23B0A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49DC3-C461-895B-ABEA-08B4CAA1D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9B5D-79CA-7718-E659-6A79987B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5F32D-9A1F-4E2D-F932-E8F03DDD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0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62DAA-781E-CE5C-3B5C-E02D54EB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370E9-DCD9-66F1-DC0A-2B4A3C63E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5467A-6EDD-42A9-EF42-660AFB20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68011-9794-C71E-7631-17848FB1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B90E3-0AF5-E8E9-A3DE-3CA72E99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9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4E64-3C1E-0F9F-EA9D-3DC8DDEE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1074-3F53-FED1-B947-AF41CA417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7CF8D-DDA6-C13C-939D-62E566653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4FD55-6E8D-43F6-EF63-A922A9DA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6C063-B4BA-071E-DC46-9BCE71DB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E71EE-5D3B-B082-751E-289AFED4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5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E2798-D307-B51F-4B9E-E12F66A2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493AB-7B74-5C75-A03B-89008077C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8A775-7C5E-DBD7-F402-18B83D3CE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3341C-3DFA-A49E-BFB3-DC01B5FCD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2E941-FACA-809C-A2C3-66D38A017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F5D97-C4B8-7A76-7DF3-CFEA6368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C13434-FA8E-0E6E-B2A9-A18D22D8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ADA64A-DEB5-3C3A-0B3D-5D359BD7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5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EA16-8EDE-98D1-24AF-8FDD0F5E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10E89-2197-C6FB-EAEB-A01068F58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CC792-8B11-513C-47A3-C756886E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899C-E9E2-22BE-12C6-D8DEC0C3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ECC46C-458A-29CB-B034-ED274CE7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F1B42-1367-39C9-AE1E-6B7AF184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465DF-B1AD-3765-300C-089308CC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B7534-63EA-1C4C-CC76-091A3246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21240-D70B-CB00-8A7F-EDA1E29E2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5B541-9679-0455-4061-009509DBB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5A663-0B10-EBC7-B8BA-3A52E574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20C89-63F0-6D20-BC51-59A8AC75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88263-847B-81B2-4429-9F4D5CBE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8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A7B8-6FB7-7B7E-0DCC-83BC1953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45341-830D-2139-D2BA-983E6F8A3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5B5B9-D2B6-870C-A01A-6EFAB10E8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62490-0948-A870-20AC-03149D19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D617A-F6E2-1E95-7196-7CC27CEB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02260-CC73-DB02-BF8E-04B04947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6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4346-86DD-0D7C-88BC-EEB83076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F3F8B-0950-F533-211F-8310EE389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2B874-D8F2-57B7-8DD3-E530562C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7B67-8373-B25B-250E-E4E801C27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8405-1F62-1EE0-9705-CA6C9290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93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5F499E-3F09-6DE4-4D84-A3548B643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08C87-0406-FC78-4177-5347AC048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3DB6-11E7-84EF-75AA-FC676FEB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8A5F1-7082-5C29-985C-B3AD9544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78895-CF38-C7E9-D443-D696A5EC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2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0EF071-5EB9-9248-4D18-34AFB6A2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A2B79-26EE-C4A4-1301-C75BF29DB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59216-CE7F-0F0D-5956-4EEC4A081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2B812-76EE-44F6-BD67-A45F1287B01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85AA6-18D3-7FE2-BDEA-A2AEBA793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9304F-0DEF-E08C-16CB-CA2920A1F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2A399-C675-4F14-9D01-E64C886DF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0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2EA5-EB5D-2B9A-2647-3F45DFA12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E22F1-56BF-9230-CD3B-46CD7B2FCC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16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Njihia</dc:creator>
  <cp:lastModifiedBy>Keith Njihia</cp:lastModifiedBy>
  <cp:revision>1</cp:revision>
  <dcterms:created xsi:type="dcterms:W3CDTF">2026-02-01T17:11:58Z</dcterms:created>
  <dcterms:modified xsi:type="dcterms:W3CDTF">2026-02-01T17:13:51Z</dcterms:modified>
</cp:coreProperties>
</file>